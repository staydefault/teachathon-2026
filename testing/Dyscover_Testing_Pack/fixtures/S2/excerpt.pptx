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Dyscover parser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Dyscover parser fixture. Fixture ID: S2-PPTX. This identifier is test metadata, not a course requirement.</a:t>
            </a:r>
          </a:p>
          <a:p>
            <a:pPr>
              <a:spcAft>
                <a:spcPts val="1000"/>
              </a:spcAft>
              <a:defRPr sz="1800"/>
            </a:pPr>
            <a:r>
              <a:t>Derived from week-05-lecture.pdf, PDF page 15. The original PDF remains authoritative.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CompletableFuture.supplyAsync(supplier) runs a supplier on a worker thread and returns a handle immediately. thenApply transforms a result; thenAccept consumes it; thenCompose chains another asynchronous call; exceptionally recovers from failure. join() and get() block the caller until the result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