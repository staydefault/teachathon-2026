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Dyscover parser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Dyscover parser fixture. Fixture ID: S1-PPTX. This identifier is test metadata, not a course requirement.</a:t>
            </a:r>
          </a:p>
          <a:p>
            <a:pPr>
              <a:spcAft>
                <a:spcPts val="1000"/>
              </a:spcAft>
              <a:defRPr sz="1800"/>
            </a:pPr>
            <a:r>
              <a:t>Derived from assessment-1_0.pdf, PDF page 1. The original PDF remains authoritative.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Required length: 1000 words. Weighting: 40% of the course mark. SEPP coursework is explicitly excluded. The essay asks how the learner's project work might contribute to unintentional harm. Its three components are a concise project description, anticipated harms, and self-reflection on responsibility in a wider stakeholder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