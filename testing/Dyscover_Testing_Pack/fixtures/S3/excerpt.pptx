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Dyscover parser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Dyscover parser fixture. Fixture ID: S3-PPTX. This identifier is test metadata, not a course requirement.</a:t>
            </a:r>
          </a:p>
          <a:p>
            <a:pPr>
              <a:spcAft>
                <a:spcPts val="1000"/>
              </a:spcAft>
              <a:defRPr sz="1800"/>
            </a:pPr>
            <a:r>
              <a:t>Derived from week-04-lab-student.pdf, PDF page 3. The original PDF remains authoritative.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Week 4 storage stays in-memory; file persistence is Week 5. Core mappings: MethodArgumentNotValidException → 400 VALIDATION_FAILED with field errors; HttpMessageNotReadableException → 400 MALFORMED_REQUEST; OrderNotFoundException → 404 ORDER_NOT_FOUND; DuplicateOrderException → 409 DUPLICATE_ORDER. A catch-all 500 INTERNAL_ERROR handler is a stretch goal.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